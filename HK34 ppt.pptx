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BD594-A7A7-6F8A-AF16-9E0BF0D9A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88185-4B4A-497E-055B-0E194524F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AB907-E72F-50EC-62D1-466DDA416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FEBA1-C7D3-4467-9DAA-5D9405D0E3D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9A661-6F57-E92C-B5D6-425F89EC7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8DC57-FCE5-A14B-7245-6E5292486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18131-3775-419B-8C25-EF174369C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004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F3C3-6DDB-D259-333F-77785B441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C8CFF-277B-4211-2B7C-A20890076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A50FC-9B16-98F7-FCA8-A50B5ED0D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FEBA1-C7D3-4467-9DAA-5D9405D0E3D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B73E2-AA3A-3C4C-81AF-DA130EBB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E9F0A-6FD4-C14B-3577-4DA2E6A25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18131-3775-419B-8C25-EF174369C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81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F1F3-D76A-3A92-6119-96171B0E7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296F1-5E4A-A84B-A358-BDC29164C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A5F8E-FC38-8435-3569-F1CF7F07B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FEBA1-C7D3-4467-9DAA-5D9405D0E3D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B6DDA-FE60-FEEF-97EC-A6C4D139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41B1E-CEA1-457E-C5B8-D186EA046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18131-3775-419B-8C25-EF174369C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52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A3183-CD7D-5B20-9107-6DC301383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2094E-2396-F141-5074-DD5AF825FC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5C84C-674F-933D-6ACA-8DAB55F2D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B00D6-31E4-4E13-D058-662D1BEA4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FEBA1-C7D3-4467-9DAA-5D9405D0E3D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22E14-1B18-50CD-8D90-E786FB935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F7425-AF69-D3E2-44F9-429FBFC8B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18131-3775-419B-8C25-EF174369C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003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93D43-7EFD-12E2-ADF1-E2255BDB7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434D3-32AF-FDDB-01F4-01ACF6483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8D5A7-6149-54AA-D27F-A01457787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18A597-C680-D56F-FED6-CD41B71AA4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B1F597-5DBC-1826-C154-04C62FB31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C091FE-4715-025E-93A9-93A527285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FEBA1-C7D3-4467-9DAA-5D9405D0E3D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C963C1-D104-575E-81B1-0F13E40BA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194DEE-0699-E581-E3C9-F07F517C1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18131-3775-419B-8C25-EF174369C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80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AFE5A-C629-35ED-5910-01BA5790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5BA853-13F4-D77D-8144-F58143237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FEBA1-C7D3-4467-9DAA-5D9405D0E3D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23DE8C-1668-01B6-A145-19EEA6142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5A1FC-A2FC-5C63-D9AD-D61C1501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18131-3775-419B-8C25-EF174369C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701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A12FB7-2282-0DAA-D25F-3161FE6F9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FEBA1-C7D3-4467-9DAA-5D9405D0E3D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91A2D-44E1-A32D-DFE9-FC49B8F6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C8879-054D-C617-C0D2-760DE8C99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18131-3775-419B-8C25-EF174369C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772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146D6-3ABF-9496-87A2-6B0060DC6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E537C-1746-3297-5C8F-49A770F02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2849D-5DCF-8C50-3995-03A50FCFD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69DB7-06A5-299B-2E17-2670ED89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FEBA1-C7D3-4467-9DAA-5D9405D0E3D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E4EF3-9933-3864-37F1-C2D65579E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DF7F6-3862-1DDC-C428-0CB96814F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18131-3775-419B-8C25-EF174369C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30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EA6BD-398D-2CA4-B8F8-CEBA7599D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828EC6-E3FA-7139-F29A-88B33F41D5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C3BB4-4376-FEC9-EF79-85075244C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93046-77AD-3601-9BBE-0617CD27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FEBA1-C7D3-4467-9DAA-5D9405D0E3D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4FB21-FB2E-3B62-8C0F-08D9ADE15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374F3-23E1-C3BF-330A-9C0836FD0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18131-3775-419B-8C25-EF174369C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73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69E16-1556-BCA0-42F5-D7B246BB2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44D74-3F9F-9935-7FFA-4DCC36704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FCD4A-B11B-BB49-0D6B-7685B34D0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FEBA1-C7D3-4467-9DAA-5D9405D0E3D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41D54-0871-720E-3A94-2BA09FF7F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CCBF8-5246-FA02-7DC1-C51992BED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18131-3775-419B-8C25-EF174369C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398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054F40-9364-ED0A-8EE2-406EC6DEF2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23C1D5-57E0-F669-70E3-AE8DE444A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57863-E1BB-8B6B-F42F-977B773C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FEBA1-C7D3-4467-9DAA-5D9405D0E3D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84B70-DF30-2599-6143-E0F117820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E2540-C2C7-1849-E285-2B350EF3C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18131-3775-419B-8C25-EF174369C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033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85482-9250-3BD1-FFE7-81E3F0D7D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815DC-6C8F-7C55-77AC-AACC5C5CA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AFB53-8044-0B79-5EEF-F1924369B3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5FEBA1-C7D3-4467-9DAA-5D9405D0E3D6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CA609-11DC-B544-86DA-A8ACEDDE60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F826E-2B5A-1B50-41B7-20BD5164E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218131-3775-419B-8C25-EF174369C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58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63EB0-D676-CDF2-0B82-B785BD6778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A455A-D327-C83B-01C1-502B7435FE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B14D67-9DAA-D329-213B-CE473F890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5612"/>
            <a:ext cx="12192000" cy="582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047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DD567-9A52-6CC9-0238-0594C32E8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7F28C0-B40B-419B-22E5-928842271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7277"/>
            <a:ext cx="12192000" cy="574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310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64B31-C548-9C03-93D1-15C24982B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485B4-AE2B-86A4-BCD4-72A854C94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9188"/>
            <a:ext cx="12192000" cy="571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03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FD84D2-5326-26CB-A2C3-91461C1FF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8974"/>
            <a:ext cx="12192000" cy="540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10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57C5E3-429F-F139-A243-CD71CC6BC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6781"/>
            <a:ext cx="12192000" cy="534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990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rahil saji</dc:creator>
  <cp:lastModifiedBy>rahil saji</cp:lastModifiedBy>
  <cp:revision>1</cp:revision>
  <dcterms:created xsi:type="dcterms:W3CDTF">2026-02-20T08:33:04Z</dcterms:created>
  <dcterms:modified xsi:type="dcterms:W3CDTF">2026-02-20T08:33:04Z</dcterms:modified>
</cp:coreProperties>
</file>